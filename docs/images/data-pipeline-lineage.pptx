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4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Data pipeline lineage,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54680"/>
            <a:ext cx="612648" cy="36576"/>
          </a:xfrm>
          <a:prstGeom prst="rect">
            <a:avLst/>
          </a:prstGeom>
          <a:solidFill>
            <a:srgbClr val="48E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OpenLineage events from Airflow (MWAA) and Spark (EMR), correlated with the raw AWS logs,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surfaced in Elastic as a per-run lineage dashboard, lineage-aware alerts, and ML anomaly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Built on the Cloud Loadgen Data &amp; Analytics Pipeline scenario — every event shaped as the real producers emit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C1E23"/>
                </a:solidFill>
                <a:latin typeface="Helvetica Neue"/>
              </a:rPr>
              <a:t>Lineage flow: emitted by Airflow and Spark, correlated in Elastic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612648" cy="36576"/>
          </a:xfrm>
          <a:prstGeom prst="rect">
            <a:avLst/>
          </a:prstGeom>
          <a:solidFill>
            <a:srgbClr val="48E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1">
                <a:solidFill>
                  <a:srgbClr val="98A2B3"/>
                </a:solidFill>
                <a:latin typeface="Helvetica Neue"/>
              </a:rPr>
              <a:t>AWS pipeline (raw service logs)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1">
                <a:solidFill>
                  <a:srgbClr val="98A2B3"/>
                </a:solidFill>
                <a:latin typeface="Helvetica Neue"/>
              </a:rPr>
              <a:t>OpenLineage RunEvents (lineage source of truth)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5486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1">
                <a:solidFill>
                  <a:srgbClr val="98A2B3"/>
                </a:solidFill>
                <a:latin typeface="Helvetica Neue"/>
              </a:rPr>
              <a:t>Elastic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600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1C1E23"/>
                </a:solidFill>
                <a:latin typeface="Helvetica Neue"/>
              </a:rPr>
              <a:t>S3 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60020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343741"/>
                </a:solidFill>
                <a:latin typeface="Helvetica Neue"/>
              </a:rPr>
              <a:t>PutObject
Avro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1897380"/>
            <a:ext cx="219456" cy="0"/>
          </a:xfrm>
          <a:prstGeom prst="line">
            <a:avLst/>
          </a:prstGeom>
          <a:ln w="15875">
            <a:solidFill>
              <a:srgbClr val="98A2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68296" y="13716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414015" y="1444752"/>
            <a:ext cx="1600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1C1E23"/>
                </a:solidFill>
                <a:latin typeface="Helvetica Neue"/>
              </a:rPr>
              <a:t>MWAA / Step 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5" y="1783080"/>
            <a:ext cx="160020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343741"/>
                </a:solidFill>
                <a:latin typeface="Helvetica Neue"/>
              </a:rPr>
              <a:t>DAG run or
execution history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9935" y="1897380"/>
            <a:ext cx="219457" cy="0"/>
          </a:xfrm>
          <a:prstGeom prst="line">
            <a:avLst/>
          </a:prstGeom>
          <a:ln w="15875">
            <a:solidFill>
              <a:srgbClr val="98A2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79392" y="13716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25112" y="1444752"/>
            <a:ext cx="1600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1C1E23"/>
                </a:solidFill>
                <a:latin typeface="Helvetica Neue"/>
              </a:rPr>
              <a:t>EMR 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783080"/>
            <a:ext cx="160020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343741"/>
                </a:solidFill>
                <a:latin typeface="Helvetica Neue"/>
              </a:rPr>
              <a:t>Avro → Parquet
step_id · app_id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1031" y="1897380"/>
            <a:ext cx="219457" cy="0"/>
          </a:xfrm>
          <a:prstGeom prst="line">
            <a:avLst/>
          </a:prstGeom>
          <a:ln w="15875">
            <a:solidFill>
              <a:srgbClr val="98A2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90488" y="13716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6207" y="1444752"/>
            <a:ext cx="1600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1C1E23"/>
                </a:solidFill>
                <a:latin typeface="Helvetica Neue"/>
              </a:rPr>
              <a:t>S3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783080"/>
            <a:ext cx="160020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343741"/>
                </a:solidFill>
                <a:latin typeface="Helvetica Neue"/>
              </a:rPr>
              <a:t>Parquet + manifest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82127" y="1897380"/>
            <a:ext cx="219456" cy="0"/>
          </a:xfrm>
          <a:prstGeom prst="line">
            <a:avLst/>
          </a:prstGeom>
          <a:ln w="15875">
            <a:solidFill>
              <a:srgbClr val="98A2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1583" y="13716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47304" y="1444752"/>
            <a:ext cx="1600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1C1E23"/>
                </a:solidFill>
                <a:latin typeface="Helvetica Neue"/>
              </a:rPr>
              <a:t>Glue Crawler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1783080"/>
            <a:ext cx="160020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343741"/>
                </a:solidFill>
                <a:latin typeface="Helvetica Neue"/>
              </a:rPr>
              <a:t>catalog table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93224" y="1897380"/>
            <a:ext cx="219456" cy="0"/>
          </a:xfrm>
          <a:prstGeom prst="line">
            <a:avLst/>
          </a:prstGeom>
          <a:ln w="15875">
            <a:solidFill>
              <a:srgbClr val="98A2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12680" y="137160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0" y="1444752"/>
            <a:ext cx="16002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1C1E23"/>
                </a:solidFill>
                <a:latin typeface="Helvetica Neue"/>
              </a:rPr>
              <a:t>Athena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1783080"/>
            <a:ext cx="160020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343741"/>
                </a:solidFill>
                <a:latin typeface="Helvetica Neue"/>
              </a:rPr>
              <a:t>validation query
query_execution_id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63240"/>
            <a:ext cx="36576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" y="3118104"/>
            <a:ext cx="35661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Airflow OpenLineage provider (MWAA)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447288"/>
            <a:ext cx="3566160" cy="12070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DAG run  START → COMPLETE | FAIL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Task runs  wait_for_source_file · spark_avro_to_parquet ·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write_run_manifest · glue_crawler · athena_validate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Facets  airflow · parent · airflowState · sql · errorMessage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063240"/>
            <a:ext cx="36576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389120" y="3118104"/>
            <a:ext cx="35661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openlineage-spark listener (EMR)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447288"/>
            <a:ext cx="3566160" cy="12070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Spark job  START → COMPLETE | FAIL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Datasets  s3://…/batch.avro → s3://…/processed/…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Facets  schema · columnLineage · outputStatistics (rows)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parent = Airflow task  ·  root = DAG run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063240"/>
            <a:ext cx="3502152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75320" y="3118104"/>
            <a:ext cx="3410712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Correlation keys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47288"/>
            <a:ext cx="3410712" cy="12070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Menlo"/>
              </a:rPr>
              <a:t>run.root.id  = the pipeline run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Menlo"/>
              </a:rPr>
              <a:t>labels.pipeline_run_id  on every doc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Menlo"/>
              </a:rPr>
              <a:t>Native ids  step_id · spark_app_id ·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Menlo"/>
              </a:rPr>
              <a:t>query_execution_id · S3 key · execution ARN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286000" y="2423160"/>
            <a:ext cx="182880" cy="640080"/>
          </a:xfrm>
          <a:prstGeom prst="line">
            <a:avLst/>
          </a:prstGeom>
          <a:ln w="22225">
            <a:solidFill>
              <a:srgbClr val="0B64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29200" y="2423160"/>
            <a:ext cx="1143000" cy="640080"/>
          </a:xfrm>
          <a:prstGeom prst="line">
            <a:avLst/>
          </a:prstGeom>
          <a:ln w="22225">
            <a:solidFill>
              <a:srgbClr val="0B64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966960" y="2423160"/>
            <a:ext cx="274320" cy="640080"/>
          </a:xfrm>
          <a:prstGeom prst="line">
            <a:avLst/>
          </a:prstGeom>
          <a:ln w="15875">
            <a:solidFill>
              <a:srgbClr val="98A2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7200" y="5166360"/>
            <a:ext cx="1127455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4360" y="5239512"/>
            <a:ext cx="35661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0B64DD"/>
                </a:solidFill>
                <a:latin typeface="Helvetica Neue"/>
              </a:rPr>
              <a:t>Elastic Agent HTTP Endpoint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577840"/>
            <a:ext cx="35661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OpenLineage http transport → logs-aws.openlineage-default</a:t>
            </a:r>
          </a:p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ingest pipeline parses the RunEvent into aws.openlineage.*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5239512"/>
            <a:ext cx="356616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0B64DD"/>
                </a:solidFill>
                <a:latin typeface="Helvetica Neue"/>
              </a:rPr>
              <a:t>Raw logs via existing integrations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5577840"/>
            <a:ext cx="35661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S3 access · EMR · Glue · Athena · MWAA · Step Functions · CloudTrail</a:t>
            </a:r>
          </a:p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enrich processor attaches labels.pipeline_run_id from native ids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239512"/>
            <a:ext cx="33832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>
                <a:solidFill>
                  <a:srgbClr val="0B64DD"/>
                </a:solidFill>
                <a:latin typeface="Helvetica Neue"/>
              </a:rPr>
              <a:t>APM traces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577840"/>
            <a:ext cx="338328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Orchestrator logs carry trace.id (ADOT)</a:t>
            </a:r>
          </a:p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transaction labelled with the run id → one-click pivot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286000" y="4709160"/>
            <a:ext cx="0" cy="457200"/>
          </a:xfrm>
          <a:prstGeom prst="line">
            <a:avLst/>
          </a:prstGeom>
          <a:ln w="22225">
            <a:solidFill>
              <a:srgbClr val="0B64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172200" y="4709160"/>
            <a:ext cx="0" cy="457200"/>
          </a:xfrm>
          <a:prstGeom prst="line">
            <a:avLst/>
          </a:prstGeom>
          <a:ln w="22225">
            <a:solidFill>
              <a:srgbClr val="0B64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>
                <a:solidFill>
                  <a:srgbClr val="98A2B3"/>
                </a:solidFill>
                <a:latin typeface="Helvetica Neue"/>
              </a:rPr>
              <a:t>Cloud Loadgen for Elastic  ·  Data &amp; Analytics Pipeline — run lineage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C1E23"/>
                </a:solidFill>
                <a:latin typeface="Helvetica Neue"/>
              </a:rPr>
              <a:t>How it surfaces: failed job to root cause on one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612648" cy="36576"/>
          </a:xfrm>
          <a:prstGeom prst="rect">
            <a:avLst/>
          </a:prstGeom>
          <a:solidFill>
            <a:srgbClr val="48E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269748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289304"/>
            <a:ext cx="26060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Run lineage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2606040" cy="3264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Recent runs — click a run id and every panel filters to it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Jobs in execution order: START → COMPLETE | FAIL, duration, inputs, outputs, rows written, error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Dataset lineage edges  input → job → output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Output schema per job — column drift is visible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Jobs slower than their own baseline (INLINE STATS p50 / p95)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Raw evidence with native ids + APM trace pivot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234440"/>
            <a:ext cx="269748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4991" y="1289304"/>
            <a:ext cx="26060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Lineage-aware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1" y="1618488"/>
            <a:ext cx="2606040" cy="3264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Two ES|QL rules, one alert per run × job: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Lineage: job failed (per run)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Lineage: job slower than baseline (&gt;2× p50)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Alert context carries run_id, DAG, job, error, inputs, duration vs baseline, owner — the analyst starts with the answer, not a count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Existing pipeline rules link the lineage dashboard and gain a Lineage triage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34440"/>
            <a:ext cx="269748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27064" y="1289304"/>
            <a:ext cx="26060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ML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618488"/>
            <a:ext cx="2606040" cy="3264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Per-job latency  high_mean(run.duration_ms) by job — the run id is an influencer, so the anomaly names the run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Failure spikes  high_count of FAIL events by job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Silent null data  low_mean of output row counts by job (outputStatistics)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Feeds the same lineage dashboard and alert 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234440"/>
            <a:ext cx="269748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01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89136" y="1289304"/>
            <a:ext cx="26060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Alert enrichment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1618488"/>
            <a:ext cx="2606040" cy="32644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On any pipeline alert: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Resolve the run → lineage table in execution order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Jobs that never completed (downstream impact)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Each job vs its 7-day p50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Raw evidence — native ids across S3 / EMR / Glue / Athena / CloudTrail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APM trace link + ServiceNow CMDB owner</a:t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/>
            </a:r>
          </a:p>
          <a:p>
            <a:pPr algn="l"/>
            <a:r>
              <a:rPr sz="1000" b="0">
                <a:solidFill>
                  <a:srgbClr val="343741"/>
                </a:solidFill>
                <a:latin typeface="Helvetica Neue"/>
              </a:rPr>
              <a:t>Delivered by email / Slack / ServiceNow and indexed for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74920"/>
            <a:ext cx="11283696" cy="1234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5138928"/>
            <a:ext cx="2011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1">
                <a:solidFill>
                  <a:srgbClr val="0B64DD"/>
                </a:solidFill>
                <a:latin typeface="Helvetica Neue"/>
              </a:rPr>
              <a:t>True to life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40680"/>
            <a:ext cx="10972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Lineage is emitted by Airflow and Spark exactly as the OpenLineage producers do — nothing is stamped onto raw S3, EMR, Glue or Athena logs.</a:t>
            </a:r>
          </a:p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The only synthetic touch is the labels.pipeline_run_id enrichment label on raw logs, shipped with the enrich-policy recipe a platform team would deploy.</a:t>
            </a:r>
          </a:p>
          <a:p>
            <a:pPr algn="l"/>
            <a:r>
              <a:rPr sz="950" b="0">
                <a:solidFill>
                  <a:srgbClr val="343741"/>
                </a:solidFill>
                <a:latin typeface="Helvetica Neue"/>
              </a:rPr>
              <a:t>Coverage follows reality: MWAA runs have full lineage; Step Functions and manual runs have Spark lineage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>
                <a:solidFill>
                  <a:srgbClr val="98A2B3"/>
                </a:solidFill>
                <a:latin typeface="Helvetica Neue"/>
              </a:rPr>
              <a:t>Cloud Loadgen for Elastic  ·  Data &amp; Analytics Pipeline — run lineage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98A2B3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